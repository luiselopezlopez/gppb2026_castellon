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71" r:id="rId5"/>
    <p:sldId id="257" r:id="rId6"/>
    <p:sldId id="266" r:id="rId7"/>
    <p:sldId id="275" r:id="rId8"/>
    <p:sldId id="267" r:id="rId9"/>
    <p:sldId id="260" r:id="rId10"/>
    <p:sldId id="258" r:id="rId11"/>
    <p:sldId id="259" r:id="rId12"/>
    <p:sldId id="277" r:id="rId13"/>
    <p:sldId id="278" r:id="rId14"/>
    <p:sldId id="281" r:id="rId15"/>
    <p:sldId id="280" r:id="rId16"/>
    <p:sldId id="279" r:id="rId17"/>
    <p:sldId id="276" r:id="rId18"/>
    <p:sldId id="274" r:id="rId19"/>
  </p:sldIdLst>
  <p:sldSz cx="12192000" cy="6858000"/>
  <p:notesSz cx="6858000" cy="9144000"/>
  <p:embeddedFontLst>
    <p:embeddedFont>
      <p:font typeface="Lufga" panose="020B060402020202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3836"/>
    <a:srgbClr val="FFFFFF"/>
    <a:srgbClr val="F7CA66"/>
    <a:srgbClr val="D55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4660"/>
  </p:normalViewPr>
  <p:slideViewPr>
    <p:cSldViewPr snapToGrid="0">
      <p:cViewPr>
        <p:scale>
          <a:sx n="100" d="100"/>
          <a:sy n="100" d="100"/>
        </p:scale>
        <p:origin x="9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bin"/><Relationship Id="rId1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bin"/><Relationship Id="rId1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1EE9-D2EB-5C33-5725-4B56BABCE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F3D8-AB67-38B5-1DB8-13C26FBF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9F7B-8A59-C812-FD25-1CBB6D6D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B246-1223-15CE-B4CB-B70E38C0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31C6-CA25-98DF-4895-90803E63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CA2-6192-B719-0129-5B99DFC2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096-5F51-307E-2A47-27DB991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C6AD-0EDA-F588-5329-96934F25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E12E-3351-7F31-096A-6AB3708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3FE4-F459-6950-4CF0-F4CC2C5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3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8F73-9284-754F-2F52-5CA80E2F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1591-AA24-2C74-8AFF-096689AB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26C6-800B-3E61-77C4-14D3B72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1F0F-EBE5-4723-FC50-AAB6F2CE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C0FA-5807-18E5-587B-B7A2B701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2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F2-628C-8C88-249F-BFAB1634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6485-B644-0558-A7FD-AEAED4D79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71156-96F1-92CE-B6C3-F94A91C7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0C72-0A44-3BEF-9C26-53713E0A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DD2E6-223F-35FA-E94D-9117D9F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0FB03-F720-5DC2-E42E-B57B840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6A22-53C5-7F35-DF9D-69CE4B1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DE2A-DA52-71E3-7C68-83F53C35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E3F1D-D3C0-24FE-284E-D5F1685F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7EFE4-4199-4006-38D6-DAA05F029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10480-9ED0-5B36-B2B4-EF74717E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6096-BD1F-82DC-C745-D6704A3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BAF-DF93-6D1A-1815-D8DB05A5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F9DBD-E7D2-5098-97C5-9D30859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9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F4B-55BB-19C7-00C7-FAB06E7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F63C3-058A-49D0-E59D-77071B1A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C61C-F827-8DE6-FB2D-73A2F047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1985B-B925-4C4C-6BF1-30AFC0EF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2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9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TROCINADORES AgentCamp Valencia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03738068-2313-B080-52CC-B7453BDA4F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017A83B-1EB4-60F2-20DF-841480E846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4FBBD20-2008-7553-57C4-0A0A95830F0D}"/>
              </a:ext>
            </a:extLst>
          </p:cNvPr>
          <p:cNvSpPr txBox="1"/>
          <p:nvPr userDrawn="1"/>
        </p:nvSpPr>
        <p:spPr>
          <a:xfrm>
            <a:off x="0" y="58912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5F8A030-846F-50DD-6064-1E10D4BA94C3}"/>
              </a:ext>
            </a:extLst>
          </p:cNvPr>
          <p:cNvSpPr txBox="1"/>
          <p:nvPr userDrawn="1"/>
        </p:nvSpPr>
        <p:spPr>
          <a:xfrm>
            <a:off x="6900982" y="6364140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D4F095D-DAEB-3A11-92F9-8A9E2FC58CA3}"/>
              </a:ext>
            </a:extLst>
          </p:cNvPr>
          <p:cNvSpPr txBox="1"/>
          <p:nvPr userDrawn="1"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B8300B9-06B8-EE77-6E89-6BF7ADD79DD4}"/>
              </a:ext>
            </a:extLst>
          </p:cNvPr>
          <p:cNvSpPr txBox="1"/>
          <p:nvPr userDrawn="1"/>
        </p:nvSpPr>
        <p:spPr>
          <a:xfrm>
            <a:off x="5634173" y="3737122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8B96A0-EEC7-8B5F-4B2C-9D772A22AA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7" y="5320322"/>
            <a:ext cx="3137288" cy="68157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92C71E4-FDE0-2922-CDF6-5A8591B092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91" y="4317466"/>
            <a:ext cx="3042678" cy="60457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DDB3ED9-F6B5-58AB-2252-BE1A26F2967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10" y="5346817"/>
            <a:ext cx="2907088" cy="76965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BEA69FB-3F7F-D83F-855D-4169A6E278F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241" y="6262030"/>
            <a:ext cx="925528" cy="56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4DAF708-04EB-1BE9-EA78-44F3CC6E87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834" y="2383629"/>
            <a:ext cx="4858327" cy="110769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6DD36B0-C0FD-4897-288D-8143583F535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164" y="5143924"/>
            <a:ext cx="2986207" cy="947141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FD8965D-886C-040A-2D93-D15ADF808E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857" y="4189003"/>
            <a:ext cx="3104208" cy="100361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DF706BE-6E17-DF45-E325-74DB50A86BC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621" y="3977697"/>
            <a:ext cx="4992066" cy="145046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D387EB1-24C3-3B25-E33A-01825720CCE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97" y="6245392"/>
            <a:ext cx="558800" cy="558800"/>
          </a:xfrm>
          <a:prstGeom prst="rect">
            <a:avLst/>
          </a:prstGeom>
        </p:spPr>
      </p:pic>
      <p:pic>
        <p:nvPicPr>
          <p:cNvPr id="22" name="Picture 39">
            <a:extLst>
              <a:ext uri="{FF2B5EF4-FFF2-40B4-BE49-F238E27FC236}">
                <a16:creationId xmlns:a16="http://schemas.microsoft.com/office/drawing/2014/main" id="{8014E7CC-748E-FAC2-4C72-22ACA0F620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595" y="6084498"/>
            <a:ext cx="2006789" cy="89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ATROCINADORES AgentCamp Valencia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03738068-2313-B080-52CC-B7453BDA4F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017A83B-1EB4-60F2-20DF-841480E846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4FBBD20-2008-7553-57C4-0A0A95830F0D}"/>
              </a:ext>
            </a:extLst>
          </p:cNvPr>
          <p:cNvSpPr txBox="1"/>
          <p:nvPr userDrawn="1"/>
        </p:nvSpPr>
        <p:spPr>
          <a:xfrm>
            <a:off x="0" y="58912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5F8A030-846F-50DD-6064-1E10D4BA94C3}"/>
              </a:ext>
            </a:extLst>
          </p:cNvPr>
          <p:cNvSpPr txBox="1"/>
          <p:nvPr userDrawn="1"/>
        </p:nvSpPr>
        <p:spPr>
          <a:xfrm>
            <a:off x="6900982" y="6364140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B2752200-400B-A6EC-BB86-5E648E90B4FB}"/>
              </a:ext>
            </a:extLst>
          </p:cNvPr>
          <p:cNvSpPr/>
          <p:nvPr userDrawn="1"/>
        </p:nvSpPr>
        <p:spPr>
          <a:xfrm>
            <a:off x="0" y="2106201"/>
            <a:ext cx="12192000" cy="1557074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D4F095D-DAEB-3A11-92F9-8A9E2FC58CA3}"/>
              </a:ext>
            </a:extLst>
          </p:cNvPr>
          <p:cNvSpPr txBox="1"/>
          <p:nvPr userDrawn="1"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B8300B9-06B8-EE77-6E89-6BF7ADD79DD4}"/>
              </a:ext>
            </a:extLst>
          </p:cNvPr>
          <p:cNvSpPr txBox="1"/>
          <p:nvPr userDrawn="1"/>
        </p:nvSpPr>
        <p:spPr>
          <a:xfrm>
            <a:off x="5634173" y="3737122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4EA16F42-2F5E-66AC-DCB9-DE67EE5DB767}"/>
              </a:ext>
            </a:extLst>
          </p:cNvPr>
          <p:cNvSpPr/>
          <p:nvPr userDrawn="1"/>
        </p:nvSpPr>
        <p:spPr>
          <a:xfrm>
            <a:off x="-2" y="4138876"/>
            <a:ext cx="12192000" cy="207157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8B96A0-EEC7-8B5F-4B2C-9D772A22AA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7" y="5320322"/>
            <a:ext cx="3137288" cy="68157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92C71E4-FDE0-2922-CDF6-5A8591B092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91" y="4317466"/>
            <a:ext cx="3042678" cy="60457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DDB3ED9-F6B5-58AB-2252-BE1A26F2967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10" y="5346817"/>
            <a:ext cx="2907088" cy="76965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BEA69FB-3F7F-D83F-855D-4169A6E278F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241" y="6262030"/>
            <a:ext cx="925528" cy="56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4DAF708-04EB-1BE9-EA78-44F3CC6E87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834" y="2383629"/>
            <a:ext cx="4858327" cy="110769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6DD36B0-C0FD-4897-288D-8143583F535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164" y="5143924"/>
            <a:ext cx="2986207" cy="947141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FD8965D-886C-040A-2D93-D15ADF808E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857" y="4189003"/>
            <a:ext cx="3104208" cy="100361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DF706BE-6E17-DF45-E325-74DB50A86BC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621" y="3977697"/>
            <a:ext cx="4992066" cy="145046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D387EB1-24C3-3B25-E33A-01825720CCE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97" y="6245392"/>
            <a:ext cx="558800" cy="558800"/>
          </a:xfrm>
          <a:prstGeom prst="rect">
            <a:avLst/>
          </a:prstGeom>
        </p:spPr>
      </p:pic>
      <p:pic>
        <p:nvPicPr>
          <p:cNvPr id="22" name="Picture 39">
            <a:extLst>
              <a:ext uri="{FF2B5EF4-FFF2-40B4-BE49-F238E27FC236}">
                <a16:creationId xmlns:a16="http://schemas.microsoft.com/office/drawing/2014/main" id="{8014E7CC-748E-FAC2-4C72-22ACA0F620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595" y="6084498"/>
            <a:ext cx="2006789" cy="89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4608-5700-7ABB-3B11-17A1733A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985A-A762-6D68-96CE-708156E8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CDE34-99E1-7839-2B0F-94EB04F1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65DE-2586-726F-D9F1-B655647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ACA4-246B-2D2B-B0A2-7B3B8364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F95E-B6AF-9DC2-75C4-EFE145A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9783-0310-DE24-EA8E-68868C60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4A9A4-8063-FD4E-B52F-870A335E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D6CD9-31F2-5B1E-5A4A-5C38DC7E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85EA1-5BC1-7832-B7F5-F4D0D810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3897-C011-118D-F95A-F28E8241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89DB-5854-05BE-CA9A-8C12A93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91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7F6B-1E32-634B-ECF5-914F348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2C2E-B674-7B94-0CEA-FA799A6C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02D8-568D-7D89-F880-BC7CB7B8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08C1-9A9A-6346-9A12-1D3610C7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F3EC-8378-D48B-33A6-5CE4EE9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62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EE578-E2D0-5B96-36A3-22987888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01419-F51A-A866-89B2-A6DA5883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C4B-965E-E49C-1E6E-2DB208DB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8E58-6C96-B2BB-7FAB-B4405AD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4CAE-BF6F-C7AC-625B-80BE10E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22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E134ECA9-9007-251D-BF9F-93E1B19975D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8A224-A07F-D1CC-488A-32F01743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CCA1-C758-6EF9-6BA9-6868514C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22D6-AE58-5C40-599F-4E9DAEEC9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3396F-A861-4C1C-A7E9-F53FB1B01DF7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2FAF-006F-1388-18F2-1A8758C63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DBDE-7680-E54A-7822-E5230C6A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090FE9-6F62-0D72-68E0-1450118534C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B225C05A-06A7-B2D5-D9E8-AEFF38DAE4F0}"/>
              </a:ext>
            </a:extLst>
          </p:cNvPr>
          <p:cNvGrpSpPr/>
          <p:nvPr userDrawn="1"/>
        </p:nvGrpSpPr>
        <p:grpSpPr>
          <a:xfrm>
            <a:off x="2111459" y="6278324"/>
            <a:ext cx="7969082" cy="521176"/>
            <a:chOff x="4114798" y="6294588"/>
            <a:chExt cx="7969082" cy="52117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569165B-418F-103C-5697-E1DD434A2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0A953226-5079-31BD-B086-0CB6AA65D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6CBEBDC-DB84-42F7-D549-CC67F0174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4956FC9F-A467-D4C5-F157-B0F1C9998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140" y="6388962"/>
              <a:ext cx="1072992" cy="340323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7B58CEC0-3F99-C419-D262-1372BCCD7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DA6A06C-C51D-4820-E672-E98038406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492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7CA66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6.bin"/><Relationship Id="rId5" Type="http://schemas.openxmlformats.org/officeDocument/2006/relationships/image" Target="../media/image18.png"/><Relationship Id="rId10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bin"/><Relationship Id="rId12" Type="http://schemas.openxmlformats.org/officeDocument/2006/relationships/image" Target="../media/image2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bin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6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DB5E-E7AA-E8CC-BFD3-2526A913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7CA9B9A6-6793-F43A-179E-0FA1B6E0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956B4-319C-66AC-ED14-191FC15E867A}"/>
              </a:ext>
            </a:extLst>
          </p:cNvPr>
          <p:cNvSpPr txBox="1"/>
          <p:nvPr/>
        </p:nvSpPr>
        <p:spPr>
          <a:xfrm>
            <a:off x="1104900" y="2808288"/>
            <a:ext cx="2124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7 Marzo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9C8B5-3709-EADD-E2CC-2BDCFB3EFC09}"/>
              </a:ext>
            </a:extLst>
          </p:cNvPr>
          <p:cNvSpPr txBox="1"/>
          <p:nvPr/>
        </p:nvSpPr>
        <p:spPr>
          <a:xfrm>
            <a:off x="1104899" y="3429000"/>
            <a:ext cx="3882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09:00 AM – 13:00 PM CST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F10AB-A08E-8645-DCD8-7537E5AF8C63}"/>
              </a:ext>
            </a:extLst>
          </p:cNvPr>
          <p:cNvSpPr txBox="1"/>
          <p:nvPr/>
        </p:nvSpPr>
        <p:spPr>
          <a:xfrm>
            <a:off x="1104898" y="4049712"/>
            <a:ext cx="325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Lufga" panose="00000500000000000000" pitchFamily="50" charset="0"/>
              </a:rPr>
              <a:t>Esic</a:t>
            </a:r>
            <a:endParaRPr lang="en-US" sz="2400" dirty="0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Valencia, Spain</a:t>
            </a:r>
          </a:p>
        </p:txBody>
      </p:sp>
      <p:pic>
        <p:nvPicPr>
          <p:cNvPr id="16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BC31A046-81F1-57F9-6647-DD5A218D2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2896474"/>
            <a:ext cx="297575" cy="297575"/>
          </a:xfrm>
          <a:prstGeom prst="rect">
            <a:avLst/>
          </a:prstGeom>
        </p:spPr>
      </p:pic>
      <p:pic>
        <p:nvPicPr>
          <p:cNvPr id="17" name="Picture 16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7544D3CD-3676-CA7E-D772-86D19EAC8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3523016"/>
            <a:ext cx="297575" cy="297575"/>
          </a:xfrm>
          <a:prstGeom prst="rect">
            <a:avLst/>
          </a:prstGeom>
        </p:spPr>
      </p:pic>
      <p:pic>
        <p:nvPicPr>
          <p:cNvPr id="18" name="Picture 17" descr="A white and black logo&#10;&#10;AI-generated content may be incorrect.">
            <a:extLst>
              <a:ext uri="{FF2B5EF4-FFF2-40B4-BE49-F238E27FC236}">
                <a16:creationId xmlns:a16="http://schemas.microsoft.com/office/drawing/2014/main" id="{72688534-ADF5-A82D-F69C-274B74681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4149558"/>
            <a:ext cx="297575" cy="297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5F143-5D54-8849-165B-98CEEB5551EB}"/>
              </a:ext>
            </a:extLst>
          </p:cNvPr>
          <p:cNvSpPr txBox="1"/>
          <p:nvPr/>
        </p:nvSpPr>
        <p:spPr>
          <a:xfrm>
            <a:off x="7465552" y="84719"/>
            <a:ext cx="4641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A757E2C-52E9-F535-ED10-636A21283264}"/>
              </a:ext>
            </a:extLst>
          </p:cNvPr>
          <p:cNvGrpSpPr/>
          <p:nvPr/>
        </p:nvGrpSpPr>
        <p:grpSpPr>
          <a:xfrm>
            <a:off x="6897436" y="846545"/>
            <a:ext cx="4601498" cy="4871430"/>
            <a:chOff x="6897436" y="846545"/>
            <a:chExt cx="4601498" cy="487143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61A70E-4F3B-5EC6-BBD3-072BB5573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97436" y="846545"/>
              <a:ext cx="4601498" cy="4601498"/>
            </a:xfrm>
            <a:prstGeom prst="roundRect">
              <a:avLst>
                <a:gd name="adj" fmla="val 3212"/>
              </a:avLst>
            </a:prstGeom>
            <a:ln>
              <a:noFill/>
            </a:ln>
            <a:effectLst>
              <a:outerShdw blurRad="368300" sx="111000" sy="111000" algn="ctr" rotWithShape="0">
                <a:prstClr val="black">
                  <a:alpha val="35000"/>
                </a:prstClr>
              </a:outerShdw>
              <a:softEdge rad="0"/>
            </a:effectLst>
          </p:spPr>
        </p:pic>
        <p:sp>
          <p:nvSpPr>
            <p:cNvPr id="10" name="Rectangle: Rounded Corners 1">
              <a:extLst>
                <a:ext uri="{FF2B5EF4-FFF2-40B4-BE49-F238E27FC236}">
                  <a16:creationId xmlns:a16="http://schemas.microsoft.com/office/drawing/2014/main" id="{5DA706D8-EA7D-B2F7-A07E-7A677358E646}"/>
                </a:ext>
              </a:extLst>
            </p:cNvPr>
            <p:cNvSpPr/>
            <p:nvPr/>
          </p:nvSpPr>
          <p:spPr>
            <a:xfrm rot="21385415">
              <a:off x="7622042" y="5194407"/>
              <a:ext cx="3283974" cy="523568"/>
            </a:xfrm>
            <a:prstGeom prst="roundRect">
              <a:avLst/>
            </a:prstGeom>
            <a:solidFill>
              <a:srgbClr val="D552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3">
              <a:extLst>
                <a:ext uri="{FF2B5EF4-FFF2-40B4-BE49-F238E27FC236}">
                  <a16:creationId xmlns:a16="http://schemas.microsoft.com/office/drawing/2014/main" id="{A42B5193-2834-8B7E-400F-BFE5BCF6EE53}"/>
                </a:ext>
              </a:extLst>
            </p:cNvPr>
            <p:cNvSpPr txBox="1"/>
            <p:nvPr/>
          </p:nvSpPr>
          <p:spPr>
            <a:xfrm rot="21393749">
              <a:off x="7681747" y="5286915"/>
              <a:ext cx="31645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0" i="0" dirty="0">
                  <a:solidFill>
                    <a:schemeClr val="bg1"/>
                  </a:solidFill>
                  <a:effectLst/>
                  <a:latin typeface="Lufga" panose="00000500000000000000" pitchFamily="50" charset="0"/>
                  <a:cs typeface="Lao UI" panose="020F0502020204030204" pitchFamily="34" charset="0"/>
                </a:rPr>
                <a:t>www.agentcampvalencia.es</a:t>
              </a:r>
              <a:endParaRPr lang="en-US" sz="1600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endParaRPr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57F914C5-6517-D814-9967-4A0E92949F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834" y="3093314"/>
            <a:ext cx="1745675" cy="398014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96AD36E2-F93F-BFDD-BF35-CD50F87476F6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8C8DE7A-8969-8AA3-0A3D-C147E2BB6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2043E21-528C-8FFB-FAC4-8063F023B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785BD4F8-B2E3-0843-3FEB-18E80660C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46FFAED0-9701-E6B3-338C-8BF116D99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140" y="6388962"/>
              <a:ext cx="1072992" cy="340323"/>
            </a:xfrm>
            <a:prstGeom prst="rect">
              <a:avLst/>
            </a:prstGeom>
          </p:spPr>
        </p:pic>
        <p:pic>
          <p:nvPicPr>
            <p:cNvPr id="21" name="Gráfico 20">
              <a:extLst>
                <a:ext uri="{FF2B5EF4-FFF2-40B4-BE49-F238E27FC236}">
                  <a16:creationId xmlns:a16="http://schemas.microsoft.com/office/drawing/2014/main" id="{B90CFA32-4357-7833-CD8E-BC291995F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F9ADB440-04F2-3561-97C6-6EAE82F76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237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1458B2E0-70BE-4F35-B608-B232049C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458B49E0-C8F1-92DB-E019-C91FE56B7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54" y="-790575"/>
            <a:ext cx="308610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7A8E9-C746-B666-F7C5-960FB93D2524}"/>
              </a:ext>
            </a:extLst>
          </p:cNvPr>
          <p:cNvSpPr txBox="1"/>
          <p:nvPr/>
        </p:nvSpPr>
        <p:spPr>
          <a:xfrm>
            <a:off x="593229" y="2088577"/>
            <a:ext cx="690485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7CA66"/>
                </a:solidFill>
                <a:latin typeface="Lufga" panose="00000500000000000000" pitchFamily="50" charset="0"/>
              </a:rPr>
              <a:t>Domando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3600" b="1" dirty="0" err="1">
                <a:solidFill>
                  <a:srgbClr val="F7CA66"/>
                </a:solidFill>
                <a:latin typeface="Lufga" panose="00000500000000000000" pitchFamily="50" charset="0"/>
              </a:rPr>
              <a:t>agentes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: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Cómo AI Foundry </a:t>
            </a:r>
            <a:r>
              <a:rPr lang="en-US" sz="3600" b="1" dirty="0" err="1">
                <a:solidFill>
                  <a:srgbClr val="F7CA66"/>
                </a:solidFill>
                <a:latin typeface="Lufga" panose="00000500000000000000" pitchFamily="50" charset="0"/>
              </a:rPr>
              <a:t>orquesta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 workflows </a:t>
            </a:r>
            <a:r>
              <a:rPr lang="en-US" sz="3600" b="1" dirty="0" err="1">
                <a:solidFill>
                  <a:srgbClr val="F7CA66"/>
                </a:solidFill>
                <a:latin typeface="Lufga" panose="00000500000000000000" pitchFamily="50" charset="0"/>
              </a:rPr>
              <a:t>que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400" b="1" dirty="0">
                <a:solidFill>
                  <a:srgbClr val="F7CA66"/>
                </a:solidFill>
                <a:latin typeface="Lufga" panose="00000500000000000000" pitchFamily="50" charset="0"/>
              </a:rPr>
              <a:t>SÍ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3600" b="1" dirty="0" err="1">
                <a:solidFill>
                  <a:srgbClr val="F7CA66"/>
                </a:solidFill>
                <a:latin typeface="Lufga" panose="00000500000000000000" pitchFamily="50" charset="0"/>
              </a:rPr>
              <a:t>funcionan</a:t>
            </a:r>
            <a:endParaRPr lang="en-US" sz="3600" b="1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69A38-E4BF-4B9A-0C99-CA945F13DCA3}"/>
              </a:ext>
            </a:extLst>
          </p:cNvPr>
          <p:cNvSpPr txBox="1"/>
          <p:nvPr/>
        </p:nvSpPr>
        <p:spPr>
          <a:xfrm>
            <a:off x="9455701" y="4544323"/>
            <a:ext cx="1601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Luise López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312E0-D81B-5049-437F-B3355C3BC79C}"/>
              </a:ext>
            </a:extLst>
          </p:cNvPr>
          <p:cNvSpPr txBox="1"/>
          <p:nvPr/>
        </p:nvSpPr>
        <p:spPr>
          <a:xfrm>
            <a:off x="8840954" y="4871234"/>
            <a:ext cx="2702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Cloud Solutions Architect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47AD4ED-EE92-8C6A-052A-8DE12EBE7C84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F1717EED-F158-E8B0-D1EA-45FE75AE8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5642F25-52C4-75AF-B301-796D74CA3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F96027A-DCD4-EEF0-0993-0E23415F1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66F84FA-5376-4B3A-BF52-C616D8378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140" y="6388962"/>
              <a:ext cx="1072992" cy="340323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A3DC84C3-FF73-BAAD-00F7-BD599C7DC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95FD6A4-E2BC-30EA-00E0-B5E90EF3F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A0AC8E7E-EBCB-B211-D90C-E9C63D4E8F85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rcRect l="2606" t="7885" r="2606" b="8452"/>
          <a:stretch>
            <a:fillRect/>
          </a:stretch>
        </p:blipFill>
        <p:spPr bwMode="ltGray">
          <a:xfrm>
            <a:off x="8469443" y="519125"/>
            <a:ext cx="3389655" cy="3959158"/>
          </a:xfrm>
          <a:prstGeom prst="rect">
            <a:avLst/>
          </a:prstGeom>
          <a:blipFill dpi="0" rotWithShape="1">
            <a:blip r:embed="rId12"/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77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EBAB-006A-8642-B33E-A7185B1A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F98E03A9-5183-2C43-7AA5-7916E109B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2D762BCB-FD9E-9580-C6F3-898049A6B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896" y="-734844"/>
            <a:ext cx="308610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068A4C-602E-907B-9CBA-8D0FC8C3E3FF}"/>
              </a:ext>
            </a:extLst>
          </p:cNvPr>
          <p:cNvSpPr txBox="1"/>
          <p:nvPr/>
        </p:nvSpPr>
        <p:spPr>
          <a:xfrm>
            <a:off x="1003286" y="596930"/>
            <a:ext cx="6941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Increase your quality with the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power of Agentic Engineering </a:t>
            </a:r>
          </a:p>
          <a:p>
            <a:endParaRPr lang="en-US" sz="3600" b="1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pic>
        <p:nvPicPr>
          <p:cNvPr id="12" name="Picture 1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6A29DBE8-00A4-7DC4-DB4E-478E0FFF8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943" y="2616611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E20B35-236C-84A1-0C79-E750D468A09C}"/>
              </a:ext>
            </a:extLst>
          </p:cNvPr>
          <p:cNvSpPr txBox="1"/>
          <p:nvPr/>
        </p:nvSpPr>
        <p:spPr>
          <a:xfrm>
            <a:off x="2892851" y="5252238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145DC-3961-ACB5-B60E-ED5DD29B7448}"/>
              </a:ext>
            </a:extLst>
          </p:cNvPr>
          <p:cNvSpPr txBox="1"/>
          <p:nvPr/>
        </p:nvSpPr>
        <p:spPr>
          <a:xfrm>
            <a:off x="2597898" y="5579149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pic>
        <p:nvPicPr>
          <p:cNvPr id="2" name="Picture 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E75E0AD3-B203-4292-E7A3-5A1C1A725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369" y="2616611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F31D6-BB1F-3EAA-030E-5596C6807767}"/>
              </a:ext>
            </a:extLst>
          </p:cNvPr>
          <p:cNvSpPr txBox="1"/>
          <p:nvPr/>
        </p:nvSpPr>
        <p:spPr>
          <a:xfrm>
            <a:off x="7381277" y="5252238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73166-F977-E92C-1D42-14EE2D696FF9}"/>
              </a:ext>
            </a:extLst>
          </p:cNvPr>
          <p:cNvSpPr txBox="1"/>
          <p:nvPr/>
        </p:nvSpPr>
        <p:spPr>
          <a:xfrm>
            <a:off x="7086324" y="5579149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31F96BB-74A7-6BE6-6E2F-829D9D9AA416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53F740B-CE5E-D187-ECB9-548B6A311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AF7936C-95CC-5649-2B21-563D48746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C925E53-6644-52C3-33D6-02F7C946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0835C7E-9E87-FBA5-17F7-39E946373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140" y="6388962"/>
              <a:ext cx="1072992" cy="340323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15CD6C00-85B8-4FD0-0A5F-9E5AC3330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19E5464E-F82D-F9B6-9D65-5B835C0EE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788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6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E729-B5B2-1DED-C80F-99DC1F91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D99A-A0E8-18A4-76DD-77987F43A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Vamos a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montar</a:t>
            </a:r>
            <a:r>
              <a:rPr lang="en-US" dirty="0"/>
              <a:t> workflows </a:t>
            </a:r>
            <a:r>
              <a:rPr lang="en-US" dirty="0" err="1"/>
              <a:t>multiagente</a:t>
            </a:r>
            <a:r>
              <a:rPr lang="en-US" dirty="0"/>
              <a:t> reales. Sus </a:t>
            </a:r>
            <a:r>
              <a:rPr lang="en-US" dirty="0" err="1"/>
              <a:t>capacidades</a:t>
            </a:r>
            <a:r>
              <a:rPr lang="en-US" dirty="0"/>
              <a:t> y </a:t>
            </a:r>
            <a:r>
              <a:rPr lang="en-US" dirty="0" err="1"/>
              <a:t>limitaciones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vivo y un par de </a:t>
            </a:r>
            <a:r>
              <a:rPr lang="en-US" dirty="0" err="1"/>
              <a:t>trucos</a:t>
            </a:r>
            <a:r>
              <a:rPr lang="en-US" dirty="0"/>
              <a:t> de </a:t>
            </a:r>
            <a:r>
              <a:rPr lang="en-US" dirty="0" err="1"/>
              <a:t>magia</a:t>
            </a:r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1.- Un poco de </a:t>
            </a:r>
            <a:r>
              <a:rPr lang="en-US" dirty="0" err="1"/>
              <a:t>turra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2.- El </a:t>
            </a:r>
            <a:r>
              <a:rPr lang="en-US" dirty="0" err="1"/>
              <a:t>entorno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3.- Live demo</a:t>
            </a:r>
          </a:p>
          <a:p>
            <a:pPr marL="0" indent="0">
              <a:buNone/>
            </a:pPr>
            <a:r>
              <a:rPr lang="en-US" dirty="0"/>
              <a:t>4.- </a:t>
            </a:r>
            <a:r>
              <a:rPr lang="en-US" dirty="0" err="1"/>
              <a:t>Lecciones</a:t>
            </a:r>
            <a:r>
              <a:rPr lang="en-US" dirty="0"/>
              <a:t> </a:t>
            </a:r>
            <a:r>
              <a:rPr lang="en-US" dirty="0" err="1"/>
              <a:t>aprendidas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253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5517-ABE2-1C5B-A15E-FF1A9BFF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1" y="0"/>
            <a:ext cx="10515600" cy="1325563"/>
          </a:xfrm>
        </p:spPr>
        <p:txBody>
          <a:bodyPr/>
          <a:lstStyle/>
          <a:p>
            <a:r>
              <a:rPr lang="es-ES" dirty="0"/>
              <a:t>De los Modelos LLM </a:t>
            </a:r>
            <a:br>
              <a:rPr lang="es-ES" dirty="0"/>
            </a:br>
            <a:r>
              <a:rPr lang="es-ES" dirty="0"/>
              <a:t>a las aplicaciones agenticas</a:t>
            </a:r>
            <a:endParaRPr lang="en-US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F1381B8-0FA1-3EDA-2714-FE44E50D27B6}"/>
              </a:ext>
            </a:extLst>
          </p:cNvPr>
          <p:cNvSpPr/>
          <p:nvPr/>
        </p:nvSpPr>
        <p:spPr>
          <a:xfrm>
            <a:off x="599440" y="1325563"/>
            <a:ext cx="11054080" cy="4983797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396D970-6FD6-9BE2-50B7-90CC410AB064}"/>
              </a:ext>
            </a:extLst>
          </p:cNvPr>
          <p:cNvSpPr/>
          <p:nvPr/>
        </p:nvSpPr>
        <p:spPr>
          <a:xfrm>
            <a:off x="701040" y="1435647"/>
            <a:ext cx="10820400" cy="47822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1" name="Grupo 15">
            <a:extLst>
              <a:ext uri="{FF2B5EF4-FFF2-40B4-BE49-F238E27FC236}">
                <a16:creationId xmlns:a16="http://schemas.microsoft.com/office/drawing/2014/main" id="{F1DF0770-6DC8-843E-B693-65D9B512512A}"/>
              </a:ext>
            </a:extLst>
          </p:cNvPr>
          <p:cNvGrpSpPr/>
          <p:nvPr/>
        </p:nvGrpSpPr>
        <p:grpSpPr>
          <a:xfrm>
            <a:off x="3672085" y="2184410"/>
            <a:ext cx="4007292" cy="3910043"/>
            <a:chOff x="2802576" y="551285"/>
            <a:chExt cx="4007292" cy="3910043"/>
          </a:xfrm>
        </p:grpSpPr>
        <p:pic>
          <p:nvPicPr>
            <p:cNvPr id="82" name="Picture 18" descr="Robot Line Icon SVG Vector &amp; PNG Free Download | UXWing">
              <a:extLst>
                <a:ext uri="{FF2B5EF4-FFF2-40B4-BE49-F238E27FC236}">
                  <a16:creationId xmlns:a16="http://schemas.microsoft.com/office/drawing/2014/main" id="{2D687A28-0F1D-1D3C-D5B8-E32D3CC29A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2576" y="551285"/>
              <a:ext cx="4007292" cy="3056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" name="CuadroTexto 14">
              <a:extLst>
                <a:ext uri="{FF2B5EF4-FFF2-40B4-BE49-F238E27FC236}">
                  <a16:creationId xmlns:a16="http://schemas.microsoft.com/office/drawing/2014/main" id="{96D07A8C-4A4B-A3BB-A4B3-EAF8425C948B}"/>
                </a:ext>
              </a:extLst>
            </p:cNvPr>
            <p:cNvSpPr txBox="1"/>
            <p:nvPr/>
          </p:nvSpPr>
          <p:spPr>
            <a:xfrm>
              <a:off x="3477718" y="3814997"/>
              <a:ext cx="26982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ES" sz="3600"/>
            </a:p>
          </p:txBody>
        </p:sp>
      </p:grpSp>
      <p:pic>
        <p:nvPicPr>
          <p:cNvPr id="84" name="Picture 10" descr="Documents symbol - Free interface icons">
            <a:extLst>
              <a:ext uri="{FF2B5EF4-FFF2-40B4-BE49-F238E27FC236}">
                <a16:creationId xmlns:a16="http://schemas.microsoft.com/office/drawing/2014/main" id="{521CFE94-EFF6-B8E7-1795-4B5A66E55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816" y="2029576"/>
            <a:ext cx="1334124" cy="133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14" descr="Máscaras de teatro - Iconos gratis de arte">
            <a:extLst>
              <a:ext uri="{FF2B5EF4-FFF2-40B4-BE49-F238E27FC236}">
                <a16:creationId xmlns:a16="http://schemas.microsoft.com/office/drawing/2014/main" id="{951F7D8A-7107-0402-F303-0C28ED15C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816" y="4088229"/>
            <a:ext cx="1334124" cy="133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16" descr="Llm Images – Browse 24,150 Stock Photos, Vectors, and Video | Adobe Stock">
            <a:extLst>
              <a:ext uri="{FF2B5EF4-FFF2-40B4-BE49-F238E27FC236}">
                <a16:creationId xmlns:a16="http://schemas.microsoft.com/office/drawing/2014/main" id="{A919A3A5-904D-A1B9-1F76-8E6CD35BB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847" y="2615755"/>
            <a:ext cx="2139536" cy="213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CuadroTexto 4">
            <a:extLst>
              <a:ext uri="{FF2B5EF4-FFF2-40B4-BE49-F238E27FC236}">
                <a16:creationId xmlns:a16="http://schemas.microsoft.com/office/drawing/2014/main" id="{0A21B73D-D347-AA39-FC57-3AA0DCECB647}"/>
              </a:ext>
            </a:extLst>
          </p:cNvPr>
          <p:cNvSpPr txBox="1"/>
          <p:nvPr/>
        </p:nvSpPr>
        <p:spPr>
          <a:xfrm>
            <a:off x="3514139" y="4632787"/>
            <a:ext cx="236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4">
                    <a:lumMod val="75000"/>
                  </a:schemeClr>
                </a:solidFill>
              </a:rPr>
              <a:t>AI </a:t>
            </a:r>
            <a:r>
              <a:rPr lang="es-ES" dirty="0" err="1">
                <a:solidFill>
                  <a:schemeClr val="accent4">
                    <a:lumMod val="75000"/>
                  </a:schemeClr>
                </a:solidFill>
              </a:rPr>
              <a:t>Model</a:t>
            </a:r>
            <a:endParaRPr lang="es-E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8" name="CuadroTexto 5">
            <a:extLst>
              <a:ext uri="{FF2B5EF4-FFF2-40B4-BE49-F238E27FC236}">
                <a16:creationId xmlns:a16="http://schemas.microsoft.com/office/drawing/2014/main" id="{45BF5D78-522D-E17E-E705-23E7780BBD62}"/>
              </a:ext>
            </a:extLst>
          </p:cNvPr>
          <p:cNvSpPr txBox="1"/>
          <p:nvPr/>
        </p:nvSpPr>
        <p:spPr>
          <a:xfrm>
            <a:off x="6660669" y="5422353"/>
            <a:ext cx="236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5">
                    <a:lumMod val="75000"/>
                  </a:schemeClr>
                </a:solidFill>
              </a:rPr>
              <a:t>Behaviour</a:t>
            </a:r>
            <a:endParaRPr lang="es-E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9" name="CuadroTexto 6">
            <a:extLst>
              <a:ext uri="{FF2B5EF4-FFF2-40B4-BE49-F238E27FC236}">
                <a16:creationId xmlns:a16="http://schemas.microsoft.com/office/drawing/2014/main" id="{859152B2-D1A4-3DA6-A2E5-3B7DF6BD7C37}"/>
              </a:ext>
            </a:extLst>
          </p:cNvPr>
          <p:cNvSpPr txBox="1"/>
          <p:nvPr/>
        </p:nvSpPr>
        <p:spPr>
          <a:xfrm>
            <a:off x="6731402" y="3363700"/>
            <a:ext cx="236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solidFill>
                  <a:schemeClr val="accent6">
                    <a:lumMod val="75000"/>
                  </a:schemeClr>
                </a:solidFill>
              </a:rPr>
              <a:t>Knowledge</a:t>
            </a:r>
            <a:endParaRPr lang="es-ES"/>
          </a:p>
        </p:txBody>
      </p:sp>
      <p:cxnSp>
        <p:nvCxnSpPr>
          <p:cNvPr id="90" name="Conector recto de flecha 8">
            <a:extLst>
              <a:ext uri="{FF2B5EF4-FFF2-40B4-BE49-F238E27FC236}">
                <a16:creationId xmlns:a16="http://schemas.microsoft.com/office/drawing/2014/main" id="{585C5B68-3DBE-F8CD-E98D-B80B3C136499}"/>
              </a:ext>
            </a:extLst>
          </p:cNvPr>
          <p:cNvCxnSpPr/>
          <p:nvPr/>
        </p:nvCxnSpPr>
        <p:spPr>
          <a:xfrm flipH="1" flipV="1">
            <a:off x="5764383" y="3979860"/>
            <a:ext cx="1343494" cy="775431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10">
            <a:extLst>
              <a:ext uri="{FF2B5EF4-FFF2-40B4-BE49-F238E27FC236}">
                <a16:creationId xmlns:a16="http://schemas.microsoft.com/office/drawing/2014/main" id="{F97336F8-86EB-AD3B-2F55-D54EBD1FB86A}"/>
              </a:ext>
            </a:extLst>
          </p:cNvPr>
          <p:cNvCxnSpPr>
            <a:stCxn id="84" idx="1"/>
          </p:cNvCxnSpPr>
          <p:nvPr/>
        </p:nvCxnSpPr>
        <p:spPr>
          <a:xfrm flipH="1">
            <a:off x="5764383" y="2696638"/>
            <a:ext cx="1480433" cy="667062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18" descr="Robot Line Icon SVG Vector &amp; PNG Free Download | UXWing">
            <a:extLst>
              <a:ext uri="{FF2B5EF4-FFF2-40B4-BE49-F238E27FC236}">
                <a16:creationId xmlns:a16="http://schemas.microsoft.com/office/drawing/2014/main" id="{06FD2347-4D37-39A3-DE88-4CBEE6B3C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304" y="2772494"/>
            <a:ext cx="630781" cy="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CuadroTexto 35">
            <a:extLst>
              <a:ext uri="{FF2B5EF4-FFF2-40B4-BE49-F238E27FC236}">
                <a16:creationId xmlns:a16="http://schemas.microsoft.com/office/drawing/2014/main" id="{AAFF7356-B901-72D7-4E83-E14A4C2AA17F}"/>
              </a:ext>
            </a:extLst>
          </p:cNvPr>
          <p:cNvSpPr txBox="1"/>
          <p:nvPr/>
        </p:nvSpPr>
        <p:spPr>
          <a:xfrm>
            <a:off x="5948107" y="2858071"/>
            <a:ext cx="747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/>
              <a:t>Orchestrating</a:t>
            </a:r>
            <a:r>
              <a:rPr lang="es-ES" sz="900" dirty="0"/>
              <a:t> </a:t>
            </a:r>
            <a:r>
              <a:rPr lang="es-ES" sz="900" dirty="0" err="1"/>
              <a:t>Agent</a:t>
            </a:r>
            <a:endParaRPr lang="es-ES" sz="900" dirty="0"/>
          </a:p>
        </p:txBody>
      </p:sp>
      <p:pic>
        <p:nvPicPr>
          <p:cNvPr id="94" name="Picture 18" descr="Robot Line Icon SVG Vector &amp; PNG Free Download | UXWing">
            <a:extLst>
              <a:ext uri="{FF2B5EF4-FFF2-40B4-BE49-F238E27FC236}">
                <a16:creationId xmlns:a16="http://schemas.microsoft.com/office/drawing/2014/main" id="{EEF92CA0-2D32-2001-4A8E-8D71A3AB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895" y="3820507"/>
            <a:ext cx="630781" cy="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CuadroTexto 37">
            <a:extLst>
              <a:ext uri="{FF2B5EF4-FFF2-40B4-BE49-F238E27FC236}">
                <a16:creationId xmlns:a16="http://schemas.microsoft.com/office/drawing/2014/main" id="{2CFD3F7F-BFC8-5B74-D031-9E0F342BEEAB}"/>
              </a:ext>
            </a:extLst>
          </p:cNvPr>
          <p:cNvSpPr txBox="1"/>
          <p:nvPr/>
        </p:nvSpPr>
        <p:spPr>
          <a:xfrm>
            <a:off x="2395831" y="3948606"/>
            <a:ext cx="5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/>
              <a:t>Mitre Expert</a:t>
            </a:r>
          </a:p>
        </p:txBody>
      </p:sp>
      <p:pic>
        <p:nvPicPr>
          <p:cNvPr id="96" name="Picture 18" descr="Robot Line Icon SVG Vector &amp; PNG Free Download | UXWing">
            <a:extLst>
              <a:ext uri="{FF2B5EF4-FFF2-40B4-BE49-F238E27FC236}">
                <a16:creationId xmlns:a16="http://schemas.microsoft.com/office/drawing/2014/main" id="{64A7C2C1-AB69-6281-B5A7-374F789CE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363" y="3820507"/>
            <a:ext cx="630781" cy="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CuadroTexto 39">
            <a:extLst>
              <a:ext uri="{FF2B5EF4-FFF2-40B4-BE49-F238E27FC236}">
                <a16:creationId xmlns:a16="http://schemas.microsoft.com/office/drawing/2014/main" id="{533BA7E4-7BE7-DFAC-AEF6-D2EB05E05DBA}"/>
              </a:ext>
            </a:extLst>
          </p:cNvPr>
          <p:cNvSpPr txBox="1"/>
          <p:nvPr/>
        </p:nvSpPr>
        <p:spPr>
          <a:xfrm>
            <a:off x="3706624" y="3883687"/>
            <a:ext cx="63078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/>
              <a:t>Azure </a:t>
            </a:r>
            <a:r>
              <a:rPr lang="es-ES" sz="900" err="1"/>
              <a:t>Policies</a:t>
            </a:r>
            <a:r>
              <a:rPr lang="es-ES" sz="900"/>
              <a:t> Expert</a:t>
            </a:r>
          </a:p>
        </p:txBody>
      </p:sp>
      <p:pic>
        <p:nvPicPr>
          <p:cNvPr id="98" name="Picture 18" descr="Robot Line Icon SVG Vector &amp; PNG Free Download | UXWing">
            <a:extLst>
              <a:ext uri="{FF2B5EF4-FFF2-40B4-BE49-F238E27FC236}">
                <a16:creationId xmlns:a16="http://schemas.microsoft.com/office/drawing/2014/main" id="{1B67C1F7-CC35-E3AB-CAF8-A5316E84F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207" y="3820507"/>
            <a:ext cx="630781" cy="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CuadroTexto 41">
            <a:extLst>
              <a:ext uri="{FF2B5EF4-FFF2-40B4-BE49-F238E27FC236}">
                <a16:creationId xmlns:a16="http://schemas.microsoft.com/office/drawing/2014/main" id="{24F49DCB-3176-5FDD-89F3-A5B2D6486A2D}"/>
              </a:ext>
            </a:extLst>
          </p:cNvPr>
          <p:cNvSpPr txBox="1"/>
          <p:nvPr/>
        </p:nvSpPr>
        <p:spPr>
          <a:xfrm>
            <a:off x="6017682" y="3964600"/>
            <a:ext cx="5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MCSB Expert</a:t>
            </a:r>
          </a:p>
        </p:txBody>
      </p:sp>
      <p:pic>
        <p:nvPicPr>
          <p:cNvPr id="100" name="Picture 18">
            <a:extLst>
              <a:ext uri="{FF2B5EF4-FFF2-40B4-BE49-F238E27FC236}">
                <a16:creationId xmlns:a16="http://schemas.microsoft.com/office/drawing/2014/main" id="{20AC9536-F844-C2BD-9EC2-8E22C5D9E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36302" y="3820507"/>
            <a:ext cx="627294" cy="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CuadroTexto 43">
            <a:extLst>
              <a:ext uri="{FF2B5EF4-FFF2-40B4-BE49-F238E27FC236}">
                <a16:creationId xmlns:a16="http://schemas.microsoft.com/office/drawing/2014/main" id="{754A0037-981B-57EF-7D87-62A545C2174F}"/>
              </a:ext>
            </a:extLst>
          </p:cNvPr>
          <p:cNvSpPr txBox="1"/>
          <p:nvPr/>
        </p:nvSpPr>
        <p:spPr>
          <a:xfrm>
            <a:off x="7425797" y="3959324"/>
            <a:ext cx="565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/>
              <a:t>NIS-2 Expert</a:t>
            </a:r>
          </a:p>
        </p:txBody>
      </p:sp>
      <p:pic>
        <p:nvPicPr>
          <p:cNvPr id="102" name="Picture 18" descr="Robot Line Icon SVG Vector &amp; PNG Free Download | UXWing">
            <a:extLst>
              <a:ext uri="{FF2B5EF4-FFF2-40B4-BE49-F238E27FC236}">
                <a16:creationId xmlns:a16="http://schemas.microsoft.com/office/drawing/2014/main" id="{7B3E1D13-094A-C859-F0D3-88C604E06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919" y="3820507"/>
            <a:ext cx="630781" cy="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CuadroTexto 45">
            <a:extLst>
              <a:ext uri="{FF2B5EF4-FFF2-40B4-BE49-F238E27FC236}">
                <a16:creationId xmlns:a16="http://schemas.microsoft.com/office/drawing/2014/main" id="{6D18673A-5CD9-971D-CD67-AA15E150B76F}"/>
              </a:ext>
            </a:extLst>
          </p:cNvPr>
          <p:cNvSpPr txBox="1"/>
          <p:nvPr/>
        </p:nvSpPr>
        <p:spPr>
          <a:xfrm>
            <a:off x="8768700" y="3959324"/>
            <a:ext cx="751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/>
              <a:t>Internal</a:t>
            </a:r>
            <a:r>
              <a:rPr lang="es-ES" sz="900" dirty="0"/>
              <a:t> KB Expert</a:t>
            </a:r>
          </a:p>
        </p:txBody>
      </p:sp>
      <p:pic>
        <p:nvPicPr>
          <p:cNvPr id="104" name="Picture 18" descr="Robot Line Icon SVG Vector &amp; PNG Free Download | UXWing">
            <a:extLst>
              <a:ext uri="{FF2B5EF4-FFF2-40B4-BE49-F238E27FC236}">
                <a16:creationId xmlns:a16="http://schemas.microsoft.com/office/drawing/2014/main" id="{1FA3FB96-39CF-F5CF-2180-DDFDF318D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207" y="4791351"/>
            <a:ext cx="630781" cy="517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CuadroTexto 47">
            <a:extLst>
              <a:ext uri="{FF2B5EF4-FFF2-40B4-BE49-F238E27FC236}">
                <a16:creationId xmlns:a16="http://schemas.microsoft.com/office/drawing/2014/main" id="{1956CDA0-E648-B69A-1E1E-D31FA878076A}"/>
              </a:ext>
            </a:extLst>
          </p:cNvPr>
          <p:cNvSpPr txBox="1"/>
          <p:nvPr/>
        </p:nvSpPr>
        <p:spPr>
          <a:xfrm>
            <a:off x="5929777" y="4935600"/>
            <a:ext cx="923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 err="1"/>
              <a:t>Aggregating</a:t>
            </a:r>
            <a:r>
              <a:rPr lang="es-ES" sz="900" dirty="0"/>
              <a:t> </a:t>
            </a:r>
            <a:r>
              <a:rPr lang="es-ES" sz="900" dirty="0" err="1"/>
              <a:t>Agent</a:t>
            </a:r>
            <a:endParaRPr lang="es-ES" sz="900" dirty="0"/>
          </a:p>
        </p:txBody>
      </p:sp>
      <p:sp>
        <p:nvSpPr>
          <p:cNvPr id="106" name="CuadroTexto 48">
            <a:extLst>
              <a:ext uri="{FF2B5EF4-FFF2-40B4-BE49-F238E27FC236}">
                <a16:creationId xmlns:a16="http://schemas.microsoft.com/office/drawing/2014/main" id="{619BEB24-D6A6-DB9D-2D5A-583E401A4589}"/>
              </a:ext>
            </a:extLst>
          </p:cNvPr>
          <p:cNvSpPr txBox="1"/>
          <p:nvPr/>
        </p:nvSpPr>
        <p:spPr>
          <a:xfrm>
            <a:off x="4269363" y="5199203"/>
            <a:ext cx="2698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/>
              <a:t>AI </a:t>
            </a:r>
            <a:r>
              <a:rPr lang="es-ES" sz="3600" dirty="0" err="1"/>
              <a:t>Agent</a:t>
            </a:r>
            <a:endParaRPr lang="es-ES" sz="3600" dirty="0"/>
          </a:p>
        </p:txBody>
      </p:sp>
      <p:pic>
        <p:nvPicPr>
          <p:cNvPr id="107" name="Picture 2" descr="Microsoft Sentinel - Maltiverse">
            <a:extLst>
              <a:ext uri="{FF2B5EF4-FFF2-40B4-BE49-F238E27FC236}">
                <a16:creationId xmlns:a16="http://schemas.microsoft.com/office/drawing/2014/main" id="{FAD0FE3C-E5AD-2A33-6BDC-9DAFF299A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931" y="1544223"/>
            <a:ext cx="1222576" cy="46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Imagen 50">
            <a:extLst>
              <a:ext uri="{FF2B5EF4-FFF2-40B4-BE49-F238E27FC236}">
                <a16:creationId xmlns:a16="http://schemas.microsoft.com/office/drawing/2014/main" id="{B950AA3E-B187-46E4-CA9D-A8A25E819A3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1263" y="1945378"/>
            <a:ext cx="324623" cy="369332"/>
          </a:xfrm>
          <a:prstGeom prst="rect">
            <a:avLst/>
          </a:prstGeom>
        </p:spPr>
      </p:pic>
      <p:cxnSp>
        <p:nvCxnSpPr>
          <p:cNvPr id="109" name="Conector recto de flecha 51">
            <a:extLst>
              <a:ext uri="{FF2B5EF4-FFF2-40B4-BE49-F238E27FC236}">
                <a16:creationId xmlns:a16="http://schemas.microsoft.com/office/drawing/2014/main" id="{AFE272B9-0AE1-B1D4-A128-1FF102F4DD96}"/>
              </a:ext>
            </a:extLst>
          </p:cNvPr>
          <p:cNvCxnSpPr/>
          <p:nvPr/>
        </p:nvCxnSpPr>
        <p:spPr>
          <a:xfrm>
            <a:off x="5753063" y="2054796"/>
            <a:ext cx="0" cy="671512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upo 52">
            <a:extLst>
              <a:ext uri="{FF2B5EF4-FFF2-40B4-BE49-F238E27FC236}">
                <a16:creationId xmlns:a16="http://schemas.microsoft.com/office/drawing/2014/main" id="{DA7ECE76-0C55-7893-67E3-436B34A9ACB7}"/>
              </a:ext>
            </a:extLst>
          </p:cNvPr>
          <p:cNvGrpSpPr/>
          <p:nvPr/>
        </p:nvGrpSpPr>
        <p:grpSpPr>
          <a:xfrm>
            <a:off x="3232849" y="3336351"/>
            <a:ext cx="5230383" cy="484156"/>
            <a:chOff x="1761274" y="1867343"/>
            <a:chExt cx="5230383" cy="484156"/>
          </a:xfrm>
        </p:grpSpPr>
        <p:cxnSp>
          <p:nvCxnSpPr>
            <p:cNvPr id="111" name="Conector recto de flecha 53">
              <a:extLst>
                <a:ext uri="{FF2B5EF4-FFF2-40B4-BE49-F238E27FC236}">
                  <a16:creationId xmlns:a16="http://schemas.microsoft.com/office/drawing/2014/main" id="{3A83B5EA-FDCF-3A17-28ED-3CBF76B59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1023" y="1867343"/>
              <a:ext cx="15823" cy="484156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de flecha 54">
              <a:extLst>
                <a:ext uri="{FF2B5EF4-FFF2-40B4-BE49-F238E27FC236}">
                  <a16:creationId xmlns:a16="http://schemas.microsoft.com/office/drawing/2014/main" id="{4D5AE3AF-E9BE-719C-6315-C10EC7829E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3178" y="2047875"/>
              <a:ext cx="9923" cy="303624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de flecha 55">
              <a:extLst>
                <a:ext uri="{FF2B5EF4-FFF2-40B4-BE49-F238E27FC236}">
                  <a16:creationId xmlns:a16="http://schemas.microsoft.com/office/drawing/2014/main" id="{5D08A5D9-6AB4-ECDA-32F3-90F50ADE3E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1274" y="2047875"/>
              <a:ext cx="9923" cy="303624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de flecha 56">
              <a:extLst>
                <a:ext uri="{FF2B5EF4-FFF2-40B4-BE49-F238E27FC236}">
                  <a16:creationId xmlns:a16="http://schemas.microsoft.com/office/drawing/2014/main" id="{18CE408E-9B4D-4119-D12D-BB62EEB7E5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77977" y="2043112"/>
              <a:ext cx="9923" cy="303624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recto de flecha 57">
              <a:extLst>
                <a:ext uri="{FF2B5EF4-FFF2-40B4-BE49-F238E27FC236}">
                  <a16:creationId xmlns:a16="http://schemas.microsoft.com/office/drawing/2014/main" id="{0F34A433-5EFA-80B1-3D69-25CC30939D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1734" y="2043112"/>
              <a:ext cx="9923" cy="303624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recto 58">
              <a:extLst>
                <a:ext uri="{FF2B5EF4-FFF2-40B4-BE49-F238E27FC236}">
                  <a16:creationId xmlns:a16="http://schemas.microsoft.com/office/drawing/2014/main" id="{FD5647E7-BBE2-1808-9BA5-832EF8823B0A}"/>
                </a:ext>
              </a:extLst>
            </p:cNvPr>
            <p:cNvCxnSpPr/>
            <p:nvPr/>
          </p:nvCxnSpPr>
          <p:spPr>
            <a:xfrm>
              <a:off x="1766235" y="2043112"/>
              <a:ext cx="5225422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7" name="Imagen 59">
            <a:extLst>
              <a:ext uri="{FF2B5EF4-FFF2-40B4-BE49-F238E27FC236}">
                <a16:creationId xmlns:a16="http://schemas.microsoft.com/office/drawing/2014/main" id="{181FD007-9ACF-4F22-1ED6-AA02EC52320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54060" y="3134757"/>
            <a:ext cx="324623" cy="369332"/>
          </a:xfrm>
          <a:prstGeom prst="rect">
            <a:avLst/>
          </a:prstGeom>
        </p:spPr>
      </p:pic>
      <p:grpSp>
        <p:nvGrpSpPr>
          <p:cNvPr id="118" name="Grupo 60">
            <a:extLst>
              <a:ext uri="{FF2B5EF4-FFF2-40B4-BE49-F238E27FC236}">
                <a16:creationId xmlns:a16="http://schemas.microsoft.com/office/drawing/2014/main" id="{E603B89C-23E7-C295-9C06-EB8C6DC626E6}"/>
              </a:ext>
            </a:extLst>
          </p:cNvPr>
          <p:cNvGrpSpPr/>
          <p:nvPr/>
        </p:nvGrpSpPr>
        <p:grpSpPr>
          <a:xfrm>
            <a:off x="3235329" y="4342941"/>
            <a:ext cx="5230383" cy="442438"/>
            <a:chOff x="1763754" y="2873933"/>
            <a:chExt cx="5230383" cy="442438"/>
          </a:xfrm>
        </p:grpSpPr>
        <p:cxnSp>
          <p:nvCxnSpPr>
            <p:cNvPr id="119" name="Conector recto de flecha 61">
              <a:extLst>
                <a:ext uri="{FF2B5EF4-FFF2-40B4-BE49-F238E27FC236}">
                  <a16:creationId xmlns:a16="http://schemas.microsoft.com/office/drawing/2014/main" id="{E4C32416-0624-FF33-DB23-13BD8A674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3503" y="2873933"/>
              <a:ext cx="15823" cy="442438"/>
            </a:xfrm>
            <a:prstGeom prst="straightConnector1">
              <a:avLst/>
            </a:prstGeom>
            <a:ln w="28575">
              <a:solidFill>
                <a:srgbClr val="FFC00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de flecha 62">
              <a:extLst>
                <a:ext uri="{FF2B5EF4-FFF2-40B4-BE49-F238E27FC236}">
                  <a16:creationId xmlns:a16="http://schemas.microsoft.com/office/drawing/2014/main" id="{C436EF95-2CEE-E270-2CCE-B3C48499B9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15658" y="2873933"/>
              <a:ext cx="9923" cy="277462"/>
            </a:xfrm>
            <a:prstGeom prst="straightConnector1">
              <a:avLst/>
            </a:prstGeom>
            <a:ln w="28575">
              <a:solidFill>
                <a:srgbClr val="FFC0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recto de flecha 1023">
              <a:extLst>
                <a:ext uri="{FF2B5EF4-FFF2-40B4-BE49-F238E27FC236}">
                  <a16:creationId xmlns:a16="http://schemas.microsoft.com/office/drawing/2014/main" id="{8DCA3BE4-BF1E-F229-219D-C56DD3B383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3754" y="2873933"/>
              <a:ext cx="9923" cy="277462"/>
            </a:xfrm>
            <a:prstGeom prst="straightConnector1">
              <a:avLst/>
            </a:prstGeom>
            <a:ln w="28575">
              <a:solidFill>
                <a:srgbClr val="FFC0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de flecha 1024">
              <a:extLst>
                <a:ext uri="{FF2B5EF4-FFF2-40B4-BE49-F238E27FC236}">
                  <a16:creationId xmlns:a16="http://schemas.microsoft.com/office/drawing/2014/main" id="{26233DD0-0D05-1DC8-E03E-CD60147A0D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0457" y="2878286"/>
              <a:ext cx="9923" cy="277462"/>
            </a:xfrm>
            <a:prstGeom prst="straightConnector1">
              <a:avLst/>
            </a:prstGeom>
            <a:ln w="28575">
              <a:solidFill>
                <a:srgbClr val="FFC0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recto de flecha 1026">
              <a:extLst>
                <a:ext uri="{FF2B5EF4-FFF2-40B4-BE49-F238E27FC236}">
                  <a16:creationId xmlns:a16="http://schemas.microsoft.com/office/drawing/2014/main" id="{79AFD4AA-39CE-88F6-3DA9-EA381B02FB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4214" y="2878286"/>
              <a:ext cx="9923" cy="277462"/>
            </a:xfrm>
            <a:prstGeom prst="straightConnector1">
              <a:avLst/>
            </a:prstGeom>
            <a:ln w="28575">
              <a:solidFill>
                <a:srgbClr val="FFC0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028">
              <a:extLst>
                <a:ext uri="{FF2B5EF4-FFF2-40B4-BE49-F238E27FC236}">
                  <a16:creationId xmlns:a16="http://schemas.microsoft.com/office/drawing/2014/main" id="{2E652C6C-3ABC-0D87-1438-2C2059106B46}"/>
                </a:ext>
              </a:extLst>
            </p:cNvPr>
            <p:cNvCxnSpPr/>
            <p:nvPr/>
          </p:nvCxnSpPr>
          <p:spPr>
            <a:xfrm flipV="1">
              <a:off x="1768715" y="3155747"/>
              <a:ext cx="5225422" cy="0"/>
            </a:xfrm>
            <a:prstGeom prst="line">
              <a:avLst/>
            </a:prstGeom>
            <a:ln w="38100">
              <a:solidFill>
                <a:srgbClr val="FFC0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Conector recto de flecha 1030">
            <a:extLst>
              <a:ext uri="{FF2B5EF4-FFF2-40B4-BE49-F238E27FC236}">
                <a16:creationId xmlns:a16="http://schemas.microsoft.com/office/drawing/2014/main" id="{E7BA3E28-6487-D594-6F57-2D2E93EC14A4}"/>
              </a:ext>
            </a:extLst>
          </p:cNvPr>
          <p:cNvCxnSpPr>
            <a:cxnSpLocks/>
          </p:cNvCxnSpPr>
          <p:nvPr/>
        </p:nvCxnSpPr>
        <p:spPr>
          <a:xfrm>
            <a:off x="5732598" y="5304932"/>
            <a:ext cx="0" cy="405876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Imagen 1032">
            <a:extLst>
              <a:ext uri="{FF2B5EF4-FFF2-40B4-BE49-F238E27FC236}">
                <a16:creationId xmlns:a16="http://schemas.microsoft.com/office/drawing/2014/main" id="{65682119-6C31-B1E0-A2B5-54D3A79EDF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1284" y="4688473"/>
            <a:ext cx="368896" cy="442438"/>
          </a:xfrm>
          <a:prstGeom prst="rect">
            <a:avLst/>
          </a:prstGeom>
        </p:spPr>
      </p:pic>
      <p:pic>
        <p:nvPicPr>
          <p:cNvPr id="127" name="Imagen 1034">
            <a:extLst>
              <a:ext uri="{FF2B5EF4-FFF2-40B4-BE49-F238E27FC236}">
                <a16:creationId xmlns:a16="http://schemas.microsoft.com/office/drawing/2014/main" id="{C2C485D0-8F3F-A6CC-BFE8-6B252FB810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2034" y="4688473"/>
            <a:ext cx="368896" cy="442438"/>
          </a:xfrm>
          <a:prstGeom prst="rect">
            <a:avLst/>
          </a:prstGeom>
        </p:spPr>
      </p:pic>
      <p:pic>
        <p:nvPicPr>
          <p:cNvPr id="128" name="Imagen 1036">
            <a:extLst>
              <a:ext uri="{FF2B5EF4-FFF2-40B4-BE49-F238E27FC236}">
                <a16:creationId xmlns:a16="http://schemas.microsoft.com/office/drawing/2014/main" id="{86229089-7F6F-D72C-80D3-5C0A38C20406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2131" y="5752783"/>
            <a:ext cx="413311" cy="465137"/>
          </a:xfrm>
          <a:prstGeom prst="rect">
            <a:avLst/>
          </a:prstGeom>
        </p:spPr>
      </p:pic>
      <p:pic>
        <p:nvPicPr>
          <p:cNvPr id="129" name="Imagen 1038">
            <a:extLst>
              <a:ext uri="{FF2B5EF4-FFF2-40B4-BE49-F238E27FC236}">
                <a16:creationId xmlns:a16="http://schemas.microsoft.com/office/drawing/2014/main" id="{A0DD2B59-8362-9114-B500-05B3B4200F7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7245" y="3107544"/>
            <a:ext cx="324623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59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4.19753E-6 L 0.00747 -0.19692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-9846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" dur="500" fill="hold"/>
                                        <p:tgtEl>
                                          <p:spTgt spid="81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4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7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300"/>
                            </p:stCondLst>
                            <p:childTnLst>
                              <p:par>
                                <p:cTn id="1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42" presetClass="path" presetSubtype="0" repeatCount="indefinite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3.33333E-6 L -3.125E-6 0.08865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42" presetClass="path" presetSubtype="0" repeatCount="indefinite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22222E-6 L -0.17435 -0.00255 " pathEditMode="relative" rAng="0" ptsTypes="AA">
                                      <p:cBhvr>
                                        <p:cTn id="152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24" y="-139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2" presetClass="path" presetSubtype="0" repeatCount="indefinite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0.18307 -2.59259E-6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7.40741E-7 L 0.16237 -7.40741E-7 " pathEditMode="relative" rAng="0" ptsTypes="AA">
                                      <p:cBhvr>
                                        <p:cTn id="164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2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7.40741E-7 L -0.16927 -0.00231 " pathEditMode="relative" rAng="0" ptsTypes="AA">
                                      <p:cBhvr>
                                        <p:cTn id="169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64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8" grpId="1"/>
      <p:bldP spid="89" grpId="0"/>
      <p:bldP spid="89" grpId="1"/>
      <p:bldP spid="93" grpId="0"/>
      <p:bldP spid="95" grpId="0"/>
      <p:bldP spid="97" grpId="0"/>
      <p:bldP spid="99" grpId="0"/>
      <p:bldP spid="101" grpId="0"/>
      <p:bldP spid="103" grpId="0"/>
      <p:bldP spid="105" grpId="0"/>
      <p:bldP spid="106" grpId="0"/>
      <p:bldP spid="10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1DEA-1479-95DF-4872-D4DA07593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3800" dirty="0"/>
              <a:t>Live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CD6D3-8094-8BAF-0B7D-63E77C311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El Concilio de </a:t>
            </a:r>
            <a:r>
              <a:rPr lang="en-US" sz="4400" dirty="0" err="1"/>
              <a:t>los</a:t>
            </a:r>
            <a:r>
              <a:rPr lang="en-US" sz="4400" dirty="0"/>
              <a:t> Capibaras</a:t>
            </a:r>
          </a:p>
        </p:txBody>
      </p:sp>
    </p:spTree>
    <p:extLst>
      <p:ext uri="{BB962C8B-B14F-4D97-AF65-F5344CB8AC3E}">
        <p14:creationId xmlns:p14="http://schemas.microsoft.com/office/powerpoint/2010/main" val="1887860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35E5C3-ABB2-491A-8C9B-B20C53573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34184" cy="5852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8FFF4B-7931-014E-BE20-24161E7628CC}"/>
              </a:ext>
            </a:extLst>
          </p:cNvPr>
          <p:cNvSpPr txBox="1"/>
          <p:nvPr/>
        </p:nvSpPr>
        <p:spPr>
          <a:xfrm>
            <a:off x="8524874" y="1599694"/>
            <a:ext cx="3438525" cy="320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ES" sz="32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El pueblo de los capibaras era un desastre.</a:t>
            </a:r>
            <a:br>
              <a:rPr lang="es-ES" sz="32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</a:br>
            <a:endParaRPr lang="es-ES" sz="3200" dirty="0">
              <a:solidFill>
                <a:srgbClr val="F7CA66"/>
              </a:solidFill>
              <a:latin typeface="Lufga" panose="00000500000000000000" pitchFamily="50" charset="0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br>
              <a:rPr lang="es-ES" sz="32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</a:br>
            <a:r>
              <a:rPr lang="es-ES" sz="32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No sabían como arreglarlo.</a:t>
            </a:r>
          </a:p>
        </p:txBody>
      </p:sp>
    </p:spTree>
    <p:extLst>
      <p:ext uri="{BB962C8B-B14F-4D97-AF65-F5344CB8AC3E}">
        <p14:creationId xmlns:p14="http://schemas.microsoft.com/office/powerpoint/2010/main" val="90342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9BB6-825A-982F-B1A3-D9E65CF0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C85F68-BEFF-F2A6-C991-E520BDD8F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5" y="0"/>
            <a:ext cx="8116134" cy="5852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BF5CDD-3430-1771-12B3-78980A4ACFF5}"/>
              </a:ext>
            </a:extLst>
          </p:cNvPr>
          <p:cNvSpPr txBox="1"/>
          <p:nvPr/>
        </p:nvSpPr>
        <p:spPr>
          <a:xfrm>
            <a:off x="8524874" y="1599694"/>
            <a:ext cx="3438525" cy="365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ES" sz="32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Entonces tuvieron una idea.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br>
              <a:rPr lang="es-ES" sz="32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</a:br>
            <a:r>
              <a:rPr lang="es-ES" sz="32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Montaron un concilio con sus mejores capibaras</a:t>
            </a:r>
          </a:p>
        </p:txBody>
      </p:sp>
    </p:spTree>
    <p:extLst>
      <p:ext uri="{BB962C8B-B14F-4D97-AF65-F5344CB8AC3E}">
        <p14:creationId xmlns:p14="http://schemas.microsoft.com/office/powerpoint/2010/main" val="347470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43E354-E4CD-5962-B2D2-61F34FB63AE3}"/>
              </a:ext>
            </a:extLst>
          </p:cNvPr>
          <p:cNvSpPr txBox="1"/>
          <p:nvPr/>
        </p:nvSpPr>
        <p:spPr>
          <a:xfrm>
            <a:off x="3762375" y="920621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Esta es la historia de como lo hicieron</a:t>
            </a:r>
          </a:p>
        </p:txBody>
      </p:sp>
    </p:spTree>
    <p:extLst>
      <p:ext uri="{BB962C8B-B14F-4D97-AF65-F5344CB8AC3E}">
        <p14:creationId xmlns:p14="http://schemas.microsoft.com/office/powerpoint/2010/main" val="121573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BFADE1-B761-98B9-BAED-7CC7A012E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2"/>
          <a:stretch>
            <a:fillRect/>
          </a:stretch>
        </p:blipFill>
        <p:spPr>
          <a:xfrm>
            <a:off x="681037" y="901623"/>
            <a:ext cx="10634663" cy="535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7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89EB-A0EF-F062-DB18-EE503736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D39DEB-70F6-01EA-9039-C5D7A2268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9462" y="314325"/>
            <a:ext cx="5852160" cy="5852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3CBF68-B904-1C40-A466-BD4BBC316725}"/>
              </a:ext>
            </a:extLst>
          </p:cNvPr>
          <p:cNvSpPr txBox="1"/>
          <p:nvPr/>
        </p:nvSpPr>
        <p:spPr>
          <a:xfrm>
            <a:off x="540937" y="1523012"/>
            <a:ext cx="3438525" cy="34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ES" sz="4800" dirty="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rPr>
              <a:t>Y fueron felices y comieron muchas nueces!!!</a:t>
            </a:r>
          </a:p>
        </p:txBody>
      </p:sp>
    </p:spTree>
    <p:extLst>
      <p:ext uri="{BB962C8B-B14F-4D97-AF65-F5344CB8AC3E}">
        <p14:creationId xmlns:p14="http://schemas.microsoft.com/office/powerpoint/2010/main" val="41950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AA88-3744-A2A6-4A8D-27F242B0213A}"/>
              </a:ext>
            </a:extLst>
          </p:cNvPr>
          <p:cNvSpPr txBox="1">
            <a:spLocks/>
          </p:cNvSpPr>
          <p:nvPr/>
        </p:nvSpPr>
        <p:spPr>
          <a:xfrm>
            <a:off x="5110991" y="1818454"/>
            <a:ext cx="8643109" cy="24011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7CA66"/>
                </a:solidFill>
                <a:latin typeface="Lufg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sz="8000" dirty="0"/>
              <a:t>Tengo </a:t>
            </a:r>
            <a:r>
              <a:rPr lang="en-US" sz="8000" dirty="0" err="1"/>
              <a:t>Preguntas</a:t>
            </a:r>
            <a:r>
              <a:rPr lang="en-US" sz="8000" dirty="0"/>
              <a:t>!!!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4643C126-0B44-7564-4E23-FE4F0F0FB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4325" y="-409986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714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C0BF-365B-B68C-93AD-4592B005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88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5A21-AF07-5D89-FAE3-0AA1DD66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219598F9-57FA-29D6-C5E1-BCD16B19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AE78D5-1489-7B7E-FA82-D180B9E8FACD}"/>
              </a:ext>
            </a:extLst>
          </p:cNvPr>
          <p:cNvSpPr txBox="1"/>
          <p:nvPr/>
        </p:nvSpPr>
        <p:spPr>
          <a:xfrm>
            <a:off x="875533" y="3202548"/>
            <a:ext cx="556651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7CA66"/>
                </a:solidFill>
                <a:latin typeface="Lufga" panose="00000500000000000000" pitchFamily="50" charset="0"/>
              </a:rPr>
              <a:t>¡Gracias!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77F9C00-54B7-0BF0-B746-87E9BE35630D}"/>
              </a:ext>
            </a:extLst>
          </p:cNvPr>
          <p:cNvGrpSpPr/>
          <p:nvPr/>
        </p:nvGrpSpPr>
        <p:grpSpPr>
          <a:xfrm>
            <a:off x="6897436" y="846545"/>
            <a:ext cx="4601498" cy="4871430"/>
            <a:chOff x="6897436" y="846545"/>
            <a:chExt cx="4601498" cy="4871430"/>
          </a:xfrm>
        </p:grpSpPr>
        <p:pic>
          <p:nvPicPr>
            <p:cNvPr id="11" name="Picture 8">
              <a:extLst>
                <a:ext uri="{FF2B5EF4-FFF2-40B4-BE49-F238E27FC236}">
                  <a16:creationId xmlns:a16="http://schemas.microsoft.com/office/drawing/2014/main" id="{A89DBF78-971E-E17E-C471-8607FF8BC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97436" y="846545"/>
              <a:ext cx="4601498" cy="4601498"/>
            </a:xfrm>
            <a:prstGeom prst="roundRect">
              <a:avLst>
                <a:gd name="adj" fmla="val 3212"/>
              </a:avLst>
            </a:prstGeom>
            <a:ln>
              <a:noFill/>
            </a:ln>
            <a:effectLst>
              <a:outerShdw blurRad="368300" sx="111000" sy="111000" algn="ctr" rotWithShape="0">
                <a:prstClr val="black">
                  <a:alpha val="35000"/>
                </a:prstClr>
              </a:outerShdw>
              <a:softEdge rad="0"/>
            </a:effectLst>
          </p:spPr>
        </p:pic>
        <p:sp>
          <p:nvSpPr>
            <p:cNvPr id="12" name="Rectangle: Rounded Corners 1">
              <a:extLst>
                <a:ext uri="{FF2B5EF4-FFF2-40B4-BE49-F238E27FC236}">
                  <a16:creationId xmlns:a16="http://schemas.microsoft.com/office/drawing/2014/main" id="{F8685991-3018-666C-4F77-A2F0DB112856}"/>
                </a:ext>
              </a:extLst>
            </p:cNvPr>
            <p:cNvSpPr/>
            <p:nvPr/>
          </p:nvSpPr>
          <p:spPr>
            <a:xfrm rot="21385415">
              <a:off x="7622042" y="5194407"/>
              <a:ext cx="3283974" cy="523568"/>
            </a:xfrm>
            <a:prstGeom prst="roundRect">
              <a:avLst/>
            </a:prstGeom>
            <a:solidFill>
              <a:srgbClr val="D552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85841A25-3E19-7898-499E-0641FF63F963}"/>
                </a:ext>
              </a:extLst>
            </p:cNvPr>
            <p:cNvSpPr txBox="1"/>
            <p:nvPr/>
          </p:nvSpPr>
          <p:spPr>
            <a:xfrm rot="21393749">
              <a:off x="7681747" y="5286915"/>
              <a:ext cx="31645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0" i="0" dirty="0">
                  <a:solidFill>
                    <a:schemeClr val="bg1"/>
                  </a:solidFill>
                  <a:effectLst/>
                  <a:latin typeface="Lufga" panose="00000500000000000000" pitchFamily="50" charset="0"/>
                  <a:cs typeface="Lao UI" panose="020F0502020204030204" pitchFamily="34" charset="0"/>
                </a:rPr>
                <a:t>www.agentcampvalencia.es</a:t>
              </a:r>
              <a:endParaRPr lang="en-US" sz="1600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endParaRPr>
            </a:p>
          </p:txBody>
        </p:sp>
      </p:grpSp>
      <p:sp>
        <p:nvSpPr>
          <p:cNvPr id="14" name="TextBox 2">
            <a:extLst>
              <a:ext uri="{FF2B5EF4-FFF2-40B4-BE49-F238E27FC236}">
                <a16:creationId xmlns:a16="http://schemas.microsoft.com/office/drawing/2014/main" id="{C82D4649-0AE1-8842-3E30-AB436ACCA6E8}"/>
              </a:ext>
            </a:extLst>
          </p:cNvPr>
          <p:cNvSpPr txBox="1"/>
          <p:nvPr/>
        </p:nvSpPr>
        <p:spPr>
          <a:xfrm>
            <a:off x="7465552" y="84719"/>
            <a:ext cx="4641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B792718-FE9D-7D42-A443-EAD526A502AA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62DBD392-5807-58DB-B4CF-B58ACDCCC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000611B5-1A54-AE78-4566-707AE5CCB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E60B6C57-0E46-C9EC-5E9A-620DFBA11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FF961BF2-410C-BE79-7779-F016BA2EB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7140" y="6388962"/>
              <a:ext cx="1072992" cy="340323"/>
            </a:xfrm>
            <a:prstGeom prst="rect">
              <a:avLst/>
            </a:prstGeom>
          </p:spPr>
        </p:pic>
        <p:pic>
          <p:nvPicPr>
            <p:cNvPr id="21" name="Gráfico 20">
              <a:extLst>
                <a:ext uri="{FF2B5EF4-FFF2-40B4-BE49-F238E27FC236}">
                  <a16:creationId xmlns:a16="http://schemas.microsoft.com/office/drawing/2014/main" id="{1404F402-1AE0-AD1E-2864-85D464354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A368C19C-3E9B-B425-278B-73808DEC3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666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df2ea9-3bda-4d08-aeb7-dd7d258d2e4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2F19F86BF2484E9A3708F5F57D5296" ma:contentTypeVersion="11" ma:contentTypeDescription="Een nieuw document maken." ma:contentTypeScope="" ma:versionID="fb8857062fb25c16086471511bdaffe7">
  <xsd:schema xmlns:xsd="http://www.w3.org/2001/XMLSchema" xmlns:xs="http://www.w3.org/2001/XMLSchema" xmlns:p="http://schemas.microsoft.com/office/2006/metadata/properties" xmlns:ns3="b8df2ea9-3bda-4d08-aeb7-dd7d258d2e46" targetNamespace="http://schemas.microsoft.com/office/2006/metadata/properties" ma:root="true" ma:fieldsID="3b808b6b326e79d8ddbb9dd4e3003da0" ns3:_="">
    <xsd:import namespace="b8df2ea9-3bda-4d08-aeb7-dd7d258d2e4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f2ea9-3bda-4d08-aeb7-dd7d258d2e4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F6091E-1E8B-4BD4-AA90-75221ED3D456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b8df2ea9-3bda-4d08-aeb7-dd7d258d2e46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166A811-0E9C-4D5C-AB8F-5DC215D8F6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919305-6CEE-404D-A79A-2756D56303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df2ea9-3bda-4d08-aeb7-dd7d258d2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199</Words>
  <Application>Microsoft Office PowerPoint</Application>
  <PresentationFormat>Widescreen</PresentationFormat>
  <Paragraphs>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Lufga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Agenda</vt:lpstr>
      <vt:lpstr>De los Modelos LLM  a las aplicaciones agenticas</vt:lpstr>
      <vt:lpstr>Live 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Luis Lopez</cp:lastModifiedBy>
  <cp:revision>14</cp:revision>
  <dcterms:created xsi:type="dcterms:W3CDTF">2026-01-15T14:46:51Z</dcterms:created>
  <dcterms:modified xsi:type="dcterms:W3CDTF">2026-03-06T07:02:15Z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0x0101005A2F19F86BF2484E9A3708F5F57D5296</vt:lpwstr>
  </property>
</Properties>
</file>